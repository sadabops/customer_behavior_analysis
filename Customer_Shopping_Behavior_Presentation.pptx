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bubble3D val="0"/>
            <c:spPr>
              <a:solidFill>
                <a:srgbClr val="F9E795"/>
              </a:solidFill>
              <a:effectLst/>
            </c:spPr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4846320"/>
            <a:ext cx="3108960" cy="310896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MYSQL  •  POWER BI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transaction data into a retention strategy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Sadab Ahamad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61447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Chandigarh, India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transactions, 18 features, one cleaning challenge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prep, MySQL for analysis, Power BI to present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spends, who stays, and where discounts are doing too much 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moves for the business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 transactions, four categories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116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0116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2900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0116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0116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06840" y="2697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ratings, imputed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covered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51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425196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4251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425196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4251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49440" y="425196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4251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0749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span customer demographics, purchase details, and shopping behavior — including discounts, subscriptions, review ratings, and shipping type.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tools, three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42316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Prepare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37033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snake_case columns, age &amp; frequency features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60520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617720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242316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&amp; Analyze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37033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structured business questions against the cleaned 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0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503920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8823960" y="242316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823960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23960" y="3063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&amp; Present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23960" y="37033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non-technical stakeholders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PYTHON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before counting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ratings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blank Review Rating values filled with each product category's median — not a single global average.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7889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78892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columns renamed to snake_case for clean SQL compatibility.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5876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49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7490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age_group and purchase_frequency_days columns built for segmentation.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1888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709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47091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discount_applied vs. promo_code_used compared — near-duplicate signal, one dropped.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MYSQL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broad-based, not concentrated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 ($)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760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 ($)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583680" y="2011680"/>
          <a:ext cx="49377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583680" y="379476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0" y="3931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0" y="425196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Age-group revenue is nearly flat — segmenting by behavior (subscriber status, discount use) will outperform segmenting by age.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from shared dataset — verify against your own query run.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MYSQL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Loyal, but not subscribed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1168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029200" y="192024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0" y="2057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029200" y="2697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subscribers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66760" y="19202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20574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$59.49 vs $59.87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366760" y="265176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spend: subscribers vs. non-subscribers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0" y="3520440"/>
            <a:ext cx="658368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/>
          <p:nvPr/>
        </p:nvSpPr>
        <p:spPr>
          <a:xfrm>
            <a:off x="5349240" y="3703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49240" y="402336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customers are already Loyal, but subscribers spend the same per order as everyone else — subscription today is a label, not an incentive. Attaching a real perk to it is the single highest-leverage fix in this dataset.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from shared dataset — verify against your own query run.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MYSQL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products only sell on discount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37360"/>
            <a:ext cx="406908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8745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839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0" y="2560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used a discount and still spent above the $59.76 average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0" y="3794760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42519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 and sneakers are discounted on ~half of all purchases. Worth testing a full-price window to see if demand holds.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from shared dataset — verify against your own query run.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POWER BI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dashboard, every cut of the data</a:t>
            </a:r>
            <a:endParaRPr lang="en-US" sz="2800" dirty="0"/>
          </a:p>
        </p:txBody>
      </p:sp>
      <p:pic>
        <p:nvPicPr>
          <p:cNvPr id="4" name="Image 0" descr="/home/claude/project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00200"/>
            <a:ext cx="9326880" cy="36090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98932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subscription status, gender, category, and shipping type — no SQL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 for the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933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subscription an incentive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real perk so it drives spend, not just labels loyalty.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9933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17720" y="2514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discount-dependent products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3108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full price on hats, sneakers &amp; coats to see if demand holds.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9933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66760" y="2514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Returning → Loyal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66760" y="3108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701 Returning customers with a lightweight loyalty nudge.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793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into Express shipping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5394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spenders already pay more — promote it more aggressively.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4114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2793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17720" y="4800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behavior, not age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17720" y="53949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Age-based revenue is flat; discount/subscriber behavior isn't.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108960" cy="310896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6868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Sadab Ahamad  ·  Chandigarh, India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2026-08-18T08:14:59Z</dcterms:created>
  <dcterms:modified xsi:type="dcterms:W3CDTF">2026-08-18T08:14:59Z</dcterms:modified>
</cp:coreProperties>
</file>